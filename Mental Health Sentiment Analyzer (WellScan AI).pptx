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4" r:id="rId1"/>
  </p:sldMasterIdLst>
  <p:sldIdLst>
    <p:sldId id="256" r:id="rId2"/>
    <p:sldId id="257" r:id="rId3"/>
    <p:sldId id="267" r:id="rId4"/>
    <p:sldId id="259" r:id="rId5"/>
    <p:sldId id="260" r:id="rId6"/>
    <p:sldId id="268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38FD-BF53-457D-95CD-95E8035976E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2367CD4-FC51-4BB8-9E2B-DDE3EFC0F94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231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38FD-BF53-457D-95CD-95E8035976E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7CD4-FC51-4BB8-9E2B-DDE3EFC0F949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079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38FD-BF53-457D-95CD-95E8035976E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7CD4-FC51-4BB8-9E2B-DDE3EFC0F94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931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38FD-BF53-457D-95CD-95E8035976E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7CD4-FC51-4BB8-9E2B-DDE3EFC0F949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47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38FD-BF53-457D-95CD-95E8035976E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7CD4-FC51-4BB8-9E2B-DDE3EFC0F949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2237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38FD-BF53-457D-95CD-95E8035976E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7CD4-FC51-4BB8-9E2B-DDE3EFC0F949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57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38FD-BF53-457D-95CD-95E8035976E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7CD4-FC51-4BB8-9E2B-DDE3EFC0F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2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38FD-BF53-457D-95CD-95E8035976E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7CD4-FC51-4BB8-9E2B-DDE3EFC0F949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176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36038FD-BF53-457D-95CD-95E8035976E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7CD4-FC51-4BB8-9E2B-DDE3EFC0F949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6395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38FD-BF53-457D-95CD-95E8035976E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7CD4-FC51-4BB8-9E2B-DDE3EFC0F949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875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38FD-BF53-457D-95CD-95E8035976E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7CD4-FC51-4BB8-9E2B-DDE3EFC0F94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41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6038FD-BF53-457D-95CD-95E8035976E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2367CD4-FC51-4BB8-9E2B-DDE3EFC0F94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6799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1" r:id="rId7"/>
    <p:sldLayoutId id="2147483972" r:id="rId8"/>
    <p:sldLayoutId id="2147483973" r:id="rId9"/>
    <p:sldLayoutId id="2147483974" r:id="rId10"/>
    <p:sldLayoutId id="214748397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323A7-DD81-0993-CE09-CE0A3F552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Mental Health Sentiment Analyzer (</a:t>
            </a:r>
            <a:r>
              <a:rPr lang="en-US" dirty="0" err="1"/>
              <a:t>WellScan</a:t>
            </a:r>
            <a:r>
              <a:rPr lang="en-US" dirty="0"/>
              <a:t> AI)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0DCA3-564F-0B1A-D434-9ECB153D7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Mental Health Sentiment Analyzer</a:t>
            </a:r>
            <a:br>
              <a:rPr lang="en-US" dirty="0"/>
            </a:br>
            <a:r>
              <a:rPr lang="en-US" dirty="0"/>
              <a:t>Using Social Media Text with </a:t>
            </a:r>
            <a:r>
              <a:rPr lang="en-US" dirty="0" err="1"/>
              <a:t>WellScan</a:t>
            </a:r>
            <a:r>
              <a:rPr lang="en-US" dirty="0"/>
              <a:t> AI</a:t>
            </a:r>
            <a:br>
              <a:rPr lang="en-US" dirty="0"/>
            </a:br>
            <a:r>
              <a:rPr lang="en-US" b="1" dirty="0"/>
              <a:t>Powered by Gemini Model + Tailwind UI</a:t>
            </a:r>
            <a:br>
              <a:rPr lang="en-US" dirty="0"/>
            </a:br>
            <a:r>
              <a:rPr lang="en-US" dirty="0"/>
              <a:t> Names :</a:t>
            </a:r>
          </a:p>
          <a:p>
            <a:r>
              <a:rPr lang="en-US" dirty="0" err="1"/>
              <a:t>P.Bhavan</a:t>
            </a:r>
            <a:r>
              <a:rPr lang="en-US" dirty="0"/>
              <a:t>                 2403A54069</a:t>
            </a:r>
          </a:p>
          <a:p>
            <a:r>
              <a:rPr lang="en-US" dirty="0"/>
              <a:t>Vasanta                    2403A54127</a:t>
            </a:r>
          </a:p>
          <a:p>
            <a:r>
              <a:rPr lang="en-US" dirty="0" err="1"/>
              <a:t>J.Minnu</a:t>
            </a:r>
            <a:r>
              <a:rPr lang="en-US" dirty="0"/>
              <a:t> </a:t>
            </a:r>
            <a:r>
              <a:rPr lang="en-US" dirty="0" err="1"/>
              <a:t>sree</a:t>
            </a:r>
            <a:r>
              <a:rPr lang="en-US"/>
              <a:t>             2403A54110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549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87ADA8-4CE3-333F-7910-EB19AABB3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BCD651-6400-5F4C-0F46-7431E0C1B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Social media provides real-time insights into emotional well-being.</a:t>
            </a:r>
          </a:p>
          <a:p>
            <a:r>
              <a:rPr lang="en-US" dirty="0"/>
              <a:t>Understanding sentiment patterns can help identify stress, anxiety, and community emotional trends.</a:t>
            </a:r>
          </a:p>
          <a:p>
            <a:r>
              <a:rPr lang="en-US" b="1" dirty="0" err="1"/>
              <a:t>WellScan</a:t>
            </a:r>
            <a:r>
              <a:rPr lang="en-US" b="1" dirty="0"/>
              <a:t> AI</a:t>
            </a:r>
            <a:r>
              <a:rPr lang="en-US" dirty="0"/>
              <a:t> is a web-based sentiment analyzer focusing on mental health signals.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083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FC2D9-2451-2A2F-1CF1-F35761467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Objective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203C8-0F5F-E6CA-1A58-F7C367D72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a supportive, ethical, AI-driven tool that analyzes:</a:t>
            </a:r>
            <a:br>
              <a:rPr lang="en-US" dirty="0"/>
            </a:br>
            <a:r>
              <a:rPr lang="en-US" dirty="0"/>
              <a:t>✔ Overall sentiment</a:t>
            </a:r>
            <a:br>
              <a:rPr lang="en-US" dirty="0"/>
            </a:br>
            <a:r>
              <a:rPr lang="en-US" dirty="0"/>
              <a:t>✔ Mental health–related emotions</a:t>
            </a:r>
            <a:br>
              <a:rPr lang="en-US" dirty="0"/>
            </a:br>
            <a:r>
              <a:rPr lang="en-US" dirty="0"/>
              <a:t>✔ Keyword relevance through word cloud</a:t>
            </a:r>
            <a:br>
              <a:rPr lang="en-US" dirty="0"/>
            </a:br>
            <a:r>
              <a:rPr lang="en-US" dirty="0"/>
              <a:t>✔ Professional psychological tone summary</a:t>
            </a:r>
          </a:p>
          <a:p>
            <a:r>
              <a:rPr lang="en-US" dirty="0"/>
              <a:t>Provide a user-friendly dashboard for visualization.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126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FE9A-734F-0443-69F6-0FC96F599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334538"/>
            <a:ext cx="9603275" cy="1057118"/>
          </a:xfrm>
        </p:spPr>
        <p:txBody>
          <a:bodyPr/>
          <a:lstStyle/>
          <a:p>
            <a:r>
              <a:rPr lang="en-US" dirty="0"/>
              <a:t>Why Analyze Mental Health Signals?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4E2D8EC-79CD-5779-9DBB-FCEA2C89D0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Increasing emotional expression on digital platforms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detection of distress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Helpful for: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Therapists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Community moderators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studying ML + mental health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Identifying emotional tone can guide supportive interventions.</a:t>
            </a:r>
          </a:p>
        </p:txBody>
      </p:sp>
    </p:spTree>
    <p:extLst>
      <p:ext uri="{BB962C8B-B14F-4D97-AF65-F5344CB8AC3E}">
        <p14:creationId xmlns:p14="http://schemas.microsoft.com/office/powerpoint/2010/main" val="3997125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FDEB3-1A0F-B939-09E1-25F4E1651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Overview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04B5A-B2E7-F2CC-6C02-EDFE530F8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 using:</a:t>
            </a:r>
          </a:p>
          <a:p>
            <a:pPr lvl="1"/>
            <a:r>
              <a:rPr lang="en-US" b="1" dirty="0"/>
              <a:t>Gemini 2.5 Flash Preview Model</a:t>
            </a:r>
            <a:endParaRPr lang="en-US" dirty="0"/>
          </a:p>
          <a:p>
            <a:pPr lvl="1"/>
            <a:r>
              <a:rPr lang="en-US" b="1" dirty="0"/>
              <a:t>Tailwind CSS</a:t>
            </a:r>
            <a:r>
              <a:rPr lang="en-US" dirty="0"/>
              <a:t> for UI</a:t>
            </a:r>
          </a:p>
          <a:p>
            <a:pPr lvl="1"/>
            <a:r>
              <a:rPr lang="en-US" b="1" dirty="0" err="1"/>
              <a:t>Lucide</a:t>
            </a:r>
            <a:r>
              <a:rPr lang="en-US" b="1" dirty="0"/>
              <a:t> Icons</a:t>
            </a:r>
            <a:r>
              <a:rPr lang="en-US" dirty="0"/>
              <a:t> for visuals</a:t>
            </a:r>
          </a:p>
          <a:p>
            <a:pPr lvl="1"/>
            <a:r>
              <a:rPr lang="en-US" b="1" dirty="0"/>
              <a:t>JSON Structured Output</a:t>
            </a:r>
            <a:r>
              <a:rPr lang="en-US" dirty="0"/>
              <a:t> for data visualization</a:t>
            </a:r>
          </a:p>
          <a:p>
            <a:r>
              <a:rPr lang="en-US" dirty="0"/>
              <a:t>Focuses strictly on </a:t>
            </a:r>
            <a:r>
              <a:rPr lang="en-US" b="1" dirty="0"/>
              <a:t>mental-health-oriented sentiment</a:t>
            </a:r>
            <a:r>
              <a:rPr lang="en-US" dirty="0"/>
              <a:t>, not general sentiment.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9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3D2C6-A4BF-611A-ACE2-83595B5FE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F3BA2-D1AB-58FD-6F59-B7378027C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✨ Deep emotional analysis</a:t>
            </a:r>
          </a:p>
          <a:p>
            <a:r>
              <a:rPr lang="en-US" dirty="0"/>
              <a:t>📊 Bar charts for sentiment + emotion intensity</a:t>
            </a:r>
          </a:p>
          <a:p>
            <a:r>
              <a:rPr lang="en-US" dirty="0"/>
              <a:t>☁ Word cloud of top mental health terms</a:t>
            </a:r>
          </a:p>
          <a:p>
            <a:r>
              <a:rPr lang="en-US" dirty="0"/>
              <a:t>⚠ Ethical disclaimers integrated directly in UI</a:t>
            </a:r>
          </a:p>
          <a:p>
            <a:r>
              <a:rPr lang="en-US" dirty="0"/>
              <a:t>🔄 Rate-limit handling with exponential backoff</a:t>
            </a:r>
          </a:p>
          <a:p>
            <a:r>
              <a:rPr lang="en-US" dirty="0"/>
              <a:t>🧠 Clean, modern, interactive UI (SPA-like navigation)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180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F4947-BAAC-8AFC-8ADA-49DB5CE96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89572"/>
            <a:ext cx="9603275" cy="1081668"/>
          </a:xfrm>
        </p:spPr>
        <p:txBody>
          <a:bodyPr>
            <a:normAutofit/>
          </a:bodyPr>
          <a:lstStyle/>
          <a:p>
            <a:r>
              <a:rPr lang="en-US" b="1" dirty="0"/>
              <a:t>Architecture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66D52-5C19-5DAA-7F0A-16D384310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126274"/>
            <a:ext cx="9603275" cy="4340072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Frontend:</a:t>
            </a:r>
            <a:endParaRPr lang="en-US" dirty="0"/>
          </a:p>
          <a:p>
            <a:r>
              <a:rPr lang="en-US" dirty="0"/>
              <a:t>HTML5</a:t>
            </a:r>
          </a:p>
          <a:p>
            <a:r>
              <a:rPr lang="en-US" dirty="0" err="1"/>
              <a:t>TailwindCSS</a:t>
            </a:r>
            <a:endParaRPr lang="en-US" dirty="0"/>
          </a:p>
          <a:p>
            <a:r>
              <a:rPr lang="en-US" dirty="0"/>
              <a:t>JS with module-based structure</a:t>
            </a:r>
          </a:p>
          <a:p>
            <a:r>
              <a:rPr lang="en-US" dirty="0"/>
              <a:t>Custom UI components</a:t>
            </a:r>
          </a:p>
          <a:p>
            <a:r>
              <a:rPr lang="en-US" b="1" dirty="0"/>
              <a:t>Backend (API-based):</a:t>
            </a:r>
            <a:endParaRPr lang="en-US" dirty="0"/>
          </a:p>
          <a:p>
            <a:r>
              <a:rPr lang="en-US" dirty="0"/>
              <a:t>Gemini API (</a:t>
            </a:r>
            <a:r>
              <a:rPr lang="en-US" dirty="0" err="1"/>
              <a:t>generateContent</a:t>
            </a:r>
            <a:r>
              <a:rPr lang="en-US" dirty="0"/>
              <a:t> endpoint)</a:t>
            </a:r>
          </a:p>
          <a:p>
            <a:r>
              <a:rPr lang="en-US" dirty="0"/>
              <a:t>Structured JSON Schema for reliable parsing</a:t>
            </a:r>
          </a:p>
          <a:p>
            <a:r>
              <a:rPr lang="en-US" b="1" dirty="0"/>
              <a:t>Visualization:</a:t>
            </a:r>
            <a:endParaRPr lang="en-US" dirty="0"/>
          </a:p>
          <a:p>
            <a:r>
              <a:rPr lang="en-US" dirty="0"/>
              <a:t>Dynamic progress bars</a:t>
            </a:r>
          </a:p>
          <a:p>
            <a:r>
              <a:rPr lang="en-US" dirty="0"/>
              <a:t>Word cloud sizing based on relevance</a:t>
            </a:r>
          </a:p>
          <a:p>
            <a:r>
              <a:rPr lang="en-US" dirty="0"/>
              <a:t>Sentiment &amp; emotion grouping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3249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EEF1-A5D0-EC0D-5015-2FC021C0D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Diagram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89A1475-58AC-C184-28A7-7B2E924228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inputs social media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builds structured prompt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Fetch call → Gemini API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returns JSON with: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sentiment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Emotional categories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Keyword cloud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renders visual analytics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Ethical disclaimers + resources shown if sentiment indicates distress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B29FF4-41B2-501F-E2AC-3A87796E5F14}"/>
              </a:ext>
            </a:extLst>
          </p:cNvPr>
          <p:cNvSpPr txBox="1"/>
          <p:nvPr/>
        </p:nvSpPr>
        <p:spPr>
          <a:xfrm>
            <a:off x="3052646" y="3249909"/>
            <a:ext cx="6105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Workflow Diagram</a:t>
            </a:r>
          </a:p>
        </p:txBody>
      </p:sp>
    </p:spTree>
    <p:extLst>
      <p:ext uri="{BB962C8B-B14F-4D97-AF65-F5344CB8AC3E}">
        <p14:creationId xmlns:p14="http://schemas.microsoft.com/office/powerpoint/2010/main" val="2250405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DBF29-4D44-084B-AFA4-BA1FF3DA2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Output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5C53E-E999-ADF9-DE32-99A210A1E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model returns structured data:</a:t>
            </a:r>
          </a:p>
          <a:p>
            <a:r>
              <a:rPr lang="en-US" b="1" dirty="0" err="1"/>
              <a:t>overallSentiment</a:t>
            </a:r>
            <a:r>
              <a:rPr lang="en-US" b="1" dirty="0"/>
              <a:t>:</a:t>
            </a:r>
            <a:r>
              <a:rPr lang="en-US" dirty="0"/>
              <a:t> Positive / Neutral / Negative</a:t>
            </a:r>
          </a:p>
          <a:p>
            <a:r>
              <a:rPr lang="en-US" b="1" dirty="0" err="1"/>
              <a:t>mentalHealthSummary</a:t>
            </a:r>
            <a:r>
              <a:rPr lang="en-US" b="1" dirty="0"/>
              <a:t>:</a:t>
            </a:r>
            <a:r>
              <a:rPr lang="en-US" dirty="0"/>
              <a:t> 1–2 sentence psychological tone</a:t>
            </a:r>
          </a:p>
          <a:p>
            <a:r>
              <a:rPr lang="en-US" b="1" dirty="0" err="1"/>
              <a:t>sentimentScores</a:t>
            </a:r>
            <a:r>
              <a:rPr lang="en-US" b="1" dirty="0"/>
              <a:t>:</a:t>
            </a:r>
            <a:r>
              <a:rPr lang="en-US" dirty="0"/>
              <a:t> % Positive / Neutral / Negative</a:t>
            </a:r>
          </a:p>
          <a:p>
            <a:r>
              <a:rPr lang="en-US" b="1" dirty="0" err="1"/>
              <a:t>emotionCategories</a:t>
            </a:r>
            <a:r>
              <a:rPr lang="en-US" b="1" dirty="0"/>
              <a:t>:</a:t>
            </a:r>
            <a:r>
              <a:rPr lang="en-US" dirty="0"/>
              <a:t> Anxiety, Joy, Sadness, Hope, etc.</a:t>
            </a:r>
          </a:p>
          <a:p>
            <a:r>
              <a:rPr lang="en-US" b="1" dirty="0" err="1"/>
              <a:t>wordCloudData</a:t>
            </a:r>
            <a:r>
              <a:rPr lang="en-US" b="1" dirty="0"/>
              <a:t>:</a:t>
            </a:r>
            <a:r>
              <a:rPr lang="en-US" dirty="0"/>
              <a:t> top mental health relevant keywords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365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666F6-B9BB-8891-8360-38B8C7B8A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2EE17-6DFA-0657-42B6-F4542AA47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Minimalist design</a:t>
            </a:r>
          </a:p>
          <a:p>
            <a:r>
              <a:rPr lang="en-US" dirty="0"/>
              <a:t>Dark text on soft backgrounds</a:t>
            </a:r>
          </a:p>
          <a:p>
            <a:r>
              <a:rPr lang="en-US" dirty="0"/>
              <a:t>Animated progress bars</a:t>
            </a:r>
          </a:p>
          <a:p>
            <a:r>
              <a:rPr lang="en-US" dirty="0"/>
              <a:t>Word cloud with hover interactions</a:t>
            </a:r>
          </a:p>
          <a:p>
            <a:r>
              <a:rPr lang="en-US" dirty="0"/>
              <a:t>Non-blocking message system (error/info/success)</a:t>
            </a:r>
          </a:p>
          <a:p>
            <a:r>
              <a:rPr lang="en-US" dirty="0"/>
              <a:t>Built-in "Immediate Support Resources" card for negative tone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061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984DB-961C-315E-8080-0C6D262A9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Considerations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6D456A-58D4-4F6E-C2C4-8797AB65DD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Avoids diagnostic language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Clearly states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“Not a medical tool”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Offers general mental health resources when negative sentiment detected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Prevents harmful interpretations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user privacy (analysis happens locally via API call)</a:t>
            </a:r>
          </a:p>
        </p:txBody>
      </p:sp>
    </p:spTree>
    <p:extLst>
      <p:ext uri="{BB962C8B-B14F-4D97-AF65-F5344CB8AC3E}">
        <p14:creationId xmlns:p14="http://schemas.microsoft.com/office/powerpoint/2010/main" val="4151186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19EBE-289F-35C1-56EE-26AC5F885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32989-1F30-CC54-E58F-FA9809852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Monitoring community mental health trends</a:t>
            </a:r>
          </a:p>
          <a:p>
            <a:r>
              <a:rPr lang="en-US" dirty="0"/>
              <a:t>Research on online well-being</a:t>
            </a:r>
          </a:p>
          <a:p>
            <a:r>
              <a:rPr lang="en-US" dirty="0"/>
              <a:t>Sentiment analysis for universities / workplaces</a:t>
            </a:r>
          </a:p>
          <a:p>
            <a:r>
              <a:rPr lang="en-US" dirty="0"/>
              <a:t>Wellness apps</a:t>
            </a:r>
          </a:p>
          <a:p>
            <a:r>
              <a:rPr lang="en-US" dirty="0"/>
              <a:t>Social media moderation dashboards</a:t>
            </a:r>
          </a:p>
          <a:p>
            <a:r>
              <a:rPr lang="en-US" dirty="0"/>
              <a:t>Personal emotional reflection tool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510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3CC25-7A9C-7E2F-CA0D-5148622B8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C5B91B-B5A5-80E2-0375-9C343B1BDB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Multi-language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 analysis over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timeline of emotional shifts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Chat-based conversational assistant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mobile apps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Offline mode using on-device models</a:t>
            </a:r>
          </a:p>
        </p:txBody>
      </p:sp>
    </p:spTree>
    <p:extLst>
      <p:ext uri="{BB962C8B-B14F-4D97-AF65-F5344CB8AC3E}">
        <p14:creationId xmlns:p14="http://schemas.microsoft.com/office/powerpoint/2010/main" val="2962565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36EFD-CAD6-E827-08F4-843B36476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B902B98-5A24-3020-3258-B0777E6927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WellScan AI provides a clean, ethical, AI-powered approach to mental health sentiment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modern UI with advanced emotional modeling.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individuals and communities understand emotional patterns more clearly.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Thank you!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89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ECE2692-F37E-8201-B8E5-25AF7B7CD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51" y="2379765"/>
            <a:ext cx="10474991" cy="1049235"/>
          </a:xfrm>
        </p:spPr>
        <p:txBody>
          <a:bodyPr/>
          <a:lstStyle/>
          <a:p>
            <a:r>
              <a:rPr lang="en-US" dirty="0"/>
              <a:t>			thank you </a:t>
            </a:r>
          </a:p>
        </p:txBody>
      </p:sp>
    </p:spTree>
    <p:extLst>
      <p:ext uri="{BB962C8B-B14F-4D97-AF65-F5344CB8AC3E}">
        <p14:creationId xmlns:p14="http://schemas.microsoft.com/office/powerpoint/2010/main" val="146638550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84</TotalTime>
  <Words>551</Words>
  <Application>Microsoft Office PowerPoint</Application>
  <PresentationFormat>Widescreen</PresentationFormat>
  <Paragraphs>100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Gallery</vt:lpstr>
      <vt:lpstr>Mental Health Sentiment Analyzer (WellScan AI)</vt:lpstr>
      <vt:lpstr>Introduction</vt:lpstr>
      <vt:lpstr>Project Objective </vt:lpstr>
      <vt:lpstr>Why Analyze Mental Health Signals?</vt:lpstr>
      <vt:lpstr>System Overview </vt:lpstr>
      <vt:lpstr>Key Features</vt:lpstr>
      <vt:lpstr>Architecture </vt:lpstr>
      <vt:lpstr>Workflow Diagram</vt:lpstr>
      <vt:lpstr>JSON Output Schema</vt:lpstr>
      <vt:lpstr>UI Highlights</vt:lpstr>
      <vt:lpstr>Ethical Considerations</vt:lpstr>
      <vt:lpstr>Applications</vt:lpstr>
      <vt:lpstr>Future Enhancements</vt:lpstr>
      <vt:lpstr>Conclusion</vt:lpstr>
      <vt:lpstr>  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 Battu</dc:creator>
  <cp:lastModifiedBy>Thanusree Challa</cp:lastModifiedBy>
  <cp:revision>4</cp:revision>
  <dcterms:created xsi:type="dcterms:W3CDTF">2025-11-14T15:14:04Z</dcterms:created>
  <dcterms:modified xsi:type="dcterms:W3CDTF">2025-11-21T08:53:39Z</dcterms:modified>
</cp:coreProperties>
</file>